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ARBITER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AEEF"/>
                </a:solidFill>
              </a:defRPr>
            </a:pPr>
            <a:r>
              <a:t>Unified attack attribution for</a:t>
            </a:r>
            <a:br/>
            <a:r>
              <a:t>Quantum Digital Signatures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DC"/>
                </a:solidFill>
              </a:defRPr>
            </a:pPr>
            <a:r>
              <a:t>F0rg3d | SIH26-A0H-T043 | Egreen Quanta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How do you know a quantum digital signature is not forged?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Standard QDS: four hand-tuned thresholds (slow, isolated, error-prone).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PS 26141 requires threat detection. Egreen Quanta needs fast, auditable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Our Idea: Unified GLRT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Instead of four thresholds, ONE test.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Generalized Likelihood-Ratio Test over all five hypotheses.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Output: (1) Attack name (2) Attack strength θ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Neyman–Pearson Optimal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1. Alice and Bob share ONE Bell pair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2. Alice teleports via TWO classical bits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3. Bob measures in ONE of THREE round types: sig (50%), fresh (25%), CHSH (25%)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4. GLRT updates after each round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5. When e-value ≥ 1/α: alarm and name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6. Verdict logged to dual-signed ledger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Attack Fingerprints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Legitimate: 4% sig, 4% fresh, S ≈ 2.60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Forgery: 50% sig, 4% fresh, S ≈ 2.60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Impersonation: 50% sig, 50% fresh, S ≈ 2.00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Replay: 4% sig, 50% fresh, S ≈ 2.60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Channel: 4% sig, 4% fresh, S ≈ 1.50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GLRT looks at all three at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Results: 99–100%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Attack Detection: 99–100% (full strength)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False-alarm Rate: 1% (α = 0.01)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Confusion matrix: perfectly diagonal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200 sessions, 1200 rounds, visibility = 0.92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Reproducible: python examples/attack_sweep.py --sessions 200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Sequential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Median alarm times (full attacks):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Impersonation: 7 rounds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Forgery: 13 rounds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Channel: 13 rounds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E-values enable anytime-valid stopping.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Orders of magnitude faster than classical.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Optimality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Helstrom-optimal for forgery &amp; impersonation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Efficiency (measured / Helstrom):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Forgery: 1.00 ← Optimal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Impersonation: 1.00 ← Optimal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Replay: 0.49 (room to improve)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Channel: 0.29 (room to improve)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Hardware: Trapped-Ion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Built for Egreen Quanta processors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Error budget → visibility = 0.92: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MS gate: ~99% fidelity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Dephasing: 10–100 ms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Heating: ~10 ions/s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SPAM: ~1%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One-time calibration. Circuits are hardware-ready.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Audit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Every verdict locked in dual-signed ledger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Dual signatures: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ML-DSA-65 (NIST post-quantum)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Merkle-Lamport (hash-based, QR)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Hash chain ensures tampering is detectable.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Non-repudiation: ledger proves what was observed.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For Egreen Quanta: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Calibration: one parameter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Service: FastAPI + React dashboard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Audit: dual-signed ledger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  • License: Apache-2.0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Roadmap: v0.2 (key rotation), v0.3 (coherent errors), v1.0 (real hw calibration)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Honest Scope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Out of scope: real hw, detector blinding, PNS, Trojan, side-channel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Why: auditable science. Explicit about limitations.</a:t>
            </a: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02020"/>
                </a:solidFill>
              </a:defRPr>
            </a:pPr>
            <a:r>
              <a:t>Next: calibration on real Egreen Quanta processors.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